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0cf0ae4d024cf3" /><Relationship Type="http://schemas.openxmlformats.org/officeDocument/2006/relationships/extended-properties" Target="/docProps/app.xml" Id="R03948eff832a4970" /><Relationship Type="http://schemas.openxmlformats.org/officeDocument/2006/relationships/officeDocument" Target="/ppt/presentation.xml" Id="R829d5d69f2b647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8d81b3aa7b4ef0"/>
  </p:sldMasterIdLst>
  <p:notesMasterIdLst>
    <p:notesMasterId xmlns:r="http://schemas.openxmlformats.org/officeDocument/2006/relationships" r:id="R078df177bed94cd9"/>
  </p:notesMasterIdLst>
  <p:sldIdLst>
    <p:sldId xmlns:r="http://schemas.openxmlformats.org/officeDocument/2006/relationships" id="256" r:id="Re810d95115e44298"/>
    <p:sldId xmlns:r="http://schemas.openxmlformats.org/officeDocument/2006/relationships" id="257" r:id="R0de70ec10dfc43d8"/>
    <p:sldId xmlns:r="http://schemas.openxmlformats.org/officeDocument/2006/relationships" id="258" r:id="R0366cff5292940ae"/>
    <p:sldId xmlns:r="http://schemas.openxmlformats.org/officeDocument/2006/relationships" id="259" r:id="R1ce857999c5a4a0c"/>
    <p:sldId xmlns:r="http://schemas.openxmlformats.org/officeDocument/2006/relationships" id="260" r:id="R946590ce88d94302"/>
    <p:sldId xmlns:r="http://schemas.openxmlformats.org/officeDocument/2006/relationships" id="261" r:id="R8870a57f24494503"/>
    <p:sldId xmlns:r="http://schemas.openxmlformats.org/officeDocument/2006/relationships" id="262" r:id="R1170166a0cb24c29"/>
    <p:sldId xmlns:r="http://schemas.openxmlformats.org/officeDocument/2006/relationships" id="263" r:id="R1a2e4e832c924a38"/>
    <p:sldId xmlns:r="http://schemas.openxmlformats.org/officeDocument/2006/relationships" id="264" r:id="R7024fb3fb06d430c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6f6c6e62df4ba7" /><Relationship Type="http://schemas.openxmlformats.org/officeDocument/2006/relationships/slideMaster" Target="/ppt/slideMasters/slideMaster1.xml" Id="Ra78d81b3aa7b4ef0" /><Relationship Type="http://schemas.openxmlformats.org/officeDocument/2006/relationships/notesMaster" Target="/ppt/notesMasters/notesMaster1.xml" Id="R078df177bed94cd9" /><Relationship Type="http://schemas.openxmlformats.org/officeDocument/2006/relationships/presProps" Target="/ppt/presProps.xml" Id="Rf326f8603f094e45" /><Relationship Type="http://schemas.openxmlformats.org/officeDocument/2006/relationships/tableStyles" Target="/ppt/tableStyles.xml" Id="Ra61575213fd54392" /><Relationship Type="http://schemas.openxmlformats.org/officeDocument/2006/relationships/slide" Target="/ppt/slides/slide1.xml" Id="Re810d95115e44298" /><Relationship Type="http://schemas.openxmlformats.org/officeDocument/2006/relationships/slide" Target="/ppt/slides/slide2.xml" Id="R0de70ec10dfc43d8" /><Relationship Type="http://schemas.openxmlformats.org/officeDocument/2006/relationships/slide" Target="/ppt/slides/slide3.xml" Id="R0366cff5292940ae" /><Relationship Type="http://schemas.openxmlformats.org/officeDocument/2006/relationships/slide" Target="/ppt/slides/slide4.xml" Id="R1ce857999c5a4a0c" /><Relationship Type="http://schemas.openxmlformats.org/officeDocument/2006/relationships/slide" Target="/ppt/slides/slide5.xml" Id="R946590ce88d94302" /><Relationship Type="http://schemas.openxmlformats.org/officeDocument/2006/relationships/slide" Target="/ppt/slides/slide6.xml" Id="R8870a57f24494503" /><Relationship Type="http://schemas.openxmlformats.org/officeDocument/2006/relationships/slide" Target="/ppt/slides/slide7.xml" Id="R1170166a0cb24c29" /><Relationship Type="http://schemas.openxmlformats.org/officeDocument/2006/relationships/slide" Target="/ppt/slides/slide8.xml" Id="R1a2e4e832c924a38" /><Relationship Type="http://schemas.openxmlformats.org/officeDocument/2006/relationships/slide" Target="/ppt/slides/slide9.xml" Id="R7024fb3fb06d43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83be02abde140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6cb120b1c3479b" /><Relationship Type="http://schemas.openxmlformats.org/officeDocument/2006/relationships/notesMaster" Target="/ppt/notesMasters/notesMaster1.xml" Id="R10edc8c8f8c34d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21f53bde664edf" /><Relationship Type="http://schemas.openxmlformats.org/officeDocument/2006/relationships/notesMaster" Target="/ppt/notesMasters/notesMaster1.xml" Id="R5e3a8f200efa46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7c8919db3941f2" /><Relationship Type="http://schemas.openxmlformats.org/officeDocument/2006/relationships/notesMaster" Target="/ppt/notesMasters/notesMaster1.xml" Id="R23fa29f0e71e40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1b223318594db0" /><Relationship Type="http://schemas.openxmlformats.org/officeDocument/2006/relationships/notesMaster" Target="/ppt/notesMasters/notesMaster1.xml" Id="R9be4292bb3104e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d8ffc40b634d30" /><Relationship Type="http://schemas.openxmlformats.org/officeDocument/2006/relationships/notesMaster" Target="/ppt/notesMasters/notesMaster1.xml" Id="R726a6a93d02b4d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8d3fab8ad445f9" /><Relationship Type="http://schemas.openxmlformats.org/officeDocument/2006/relationships/notesMaster" Target="/ppt/notesMasters/notesMaster1.xml" Id="R98255d96b8b4404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bbb936e60549cf" /><Relationship Type="http://schemas.openxmlformats.org/officeDocument/2006/relationships/notesMaster" Target="/ppt/notesMasters/notesMaster1.xml" Id="R82e735bf532645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4ed55f65574e70" /><Relationship Type="http://schemas.openxmlformats.org/officeDocument/2006/relationships/notesMaster" Target="/ppt/notesMasters/notesMaster1.xml" Id="R12fb3649933d4b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52f5fb0c744bc3" /><Relationship Type="http://schemas.openxmlformats.org/officeDocument/2006/relationships/notesMaster" Target="/ppt/notesMasters/notesMaster1.xml" Id="R29b3f2b1fb9a48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FluidEQ is an Equalizer APO interface with music playback and karaoke. Public Windows 10 and 11 download. No performance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What it does; Getting started; Supporting the work.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documented offline OPRA catalog contains 6,229 headphone models. Published correction remains independent of manual EQ. Count reflects supplied screenshots and documentation.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Start from a measurement.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Per-device settings restore when switching outputs. System parametric EQ supports up to 128 bands and uses Equalizer APO. Second-output mirroring is visible in the existing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Follows your output; Six layers, one chain; Plays in two places at once.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Nine-stage native DSP rack applies to music played by FluidEQ's own local player. It does not process Spotify, YouTube or other apps. Individual stages and whole racks support saved settings.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Shape what FluidEQ itself plays.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Library reads user-selected folders, provides album/artist/genre/song/folder/video browsing and Cover Flow, and builds the playback queue from the current view. Music is not included.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Play what is already on the machine.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Visualizer offers selectable forms, palettes and a designer for appearance parameters. No particular performance or refresh-rate claim. Album art is shown only within the existing app screenshot.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Watch the sound, however you like to.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Karaoke supports synchronized lyrics and user-enabled microphone pitch feedback. Real target notes require a compatible UltraStar file. LRC lyrics alone do not supply target melody. No music ships with the app.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Sing over what you already own.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Separation, transcription and melody analysis run locally. Optional models require initial downloads. Separation is an estimate from a mixed recording and is not guaranteed to reproduce studio stems. Users supply authorized audio and lyrics.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And make the file when the song does not have one; Local and account-free.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Free unsigned Windows 10/11 download, open source under GPL-3.0-or-later, no FluidEQ account. External media sites can have their own sign-in requirements. Creator attribution from repository README. Download destination verified on 5 September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evidence: repository README.md, Getting started; Supporting the work. Public cross-check: https://fluideq.com/ (5 September 2026). Screenshots are existing repository product captures. Displayed media belongs to its respective owners; no affiliation or included music is implied. Decorative cover/end background generated using OpenAI image generation; original FluidEQ logo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ea8256495540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b5685a934c40de" /><Relationship Type="http://schemas.openxmlformats.org/officeDocument/2006/relationships/slideLayout" Target="/ppt/slideLayouts/slideLayout1.xml" Id="R9c323a305d1849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323a305d1849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349bb8df04b12" /><Relationship Type="http://schemas.openxmlformats.org/officeDocument/2006/relationships/image" Target="/ppt/media/image.png" Id="Rc5fd4b4b41174813" /><Relationship Type="http://schemas.openxmlformats.org/officeDocument/2006/relationships/image" Target="/ppt/media/image2.png" Id="Rc9f9d756dda949f9" /><Relationship Type="http://schemas.openxmlformats.org/officeDocument/2006/relationships/image" Target="/ppt/media/image3.png" Id="Rf23e2514e6644715" /><Relationship Type="http://schemas.openxmlformats.org/officeDocument/2006/relationships/notesSlide" Target="/ppt/notesSlides/notesSlide1.xml" Id="Rccee81b2349340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a34ea3b2f47fe" /><Relationship Type="http://schemas.openxmlformats.org/officeDocument/2006/relationships/image" Target="/ppt/media/image4.png" Id="R9d8743aaf6614fed" /><Relationship Type="http://schemas.openxmlformats.org/officeDocument/2006/relationships/image" Target="/ppt/media/image5.png" Id="Rf1e01a6105134e3b" /><Relationship Type="http://schemas.openxmlformats.org/officeDocument/2006/relationships/notesSlide" Target="/ppt/notesSlides/notesSlide2.xml" Id="Rb15d39ef053d46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ab82430eb49ac" /><Relationship Type="http://schemas.openxmlformats.org/officeDocument/2006/relationships/image" Target="/ppt/media/image6.png" Id="R4e96a466a87c4ee2" /><Relationship Type="http://schemas.openxmlformats.org/officeDocument/2006/relationships/image" Target="/ppt/media/image7.png" Id="R93801a82c2e84b79" /><Relationship Type="http://schemas.openxmlformats.org/officeDocument/2006/relationships/notesSlide" Target="/ppt/notesSlides/notesSlide3.xml" Id="Rff105dac977e4d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69f0062b56442f" /><Relationship Type="http://schemas.openxmlformats.org/officeDocument/2006/relationships/image" Target="/ppt/media/image8.png" Id="R0ba0d4f4ec2a4343" /><Relationship Type="http://schemas.openxmlformats.org/officeDocument/2006/relationships/image" Target="/ppt/media/image9.png" Id="R1b6bdbcf729d4452" /><Relationship Type="http://schemas.openxmlformats.org/officeDocument/2006/relationships/notesSlide" Target="/ppt/notesSlides/notesSlide4.xml" Id="R1491f2291a834d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cd47f9e4574afb" /><Relationship Type="http://schemas.openxmlformats.org/officeDocument/2006/relationships/image" Target="/ppt/media/image10.png" Id="Rc6d50cf2cc444417" /><Relationship Type="http://schemas.openxmlformats.org/officeDocument/2006/relationships/image" Target="/ppt/media/image11.png" Id="R42244a2db36b4a25" /><Relationship Type="http://schemas.openxmlformats.org/officeDocument/2006/relationships/notesSlide" Target="/ppt/notesSlides/notesSlide5.xml" Id="R6c9543ea6cf44a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5df67b451453a" /><Relationship Type="http://schemas.openxmlformats.org/officeDocument/2006/relationships/image" Target="/ppt/media/image12.png" Id="R8d8a26145fc94a64" /><Relationship Type="http://schemas.openxmlformats.org/officeDocument/2006/relationships/image" Target="/ppt/media/image13.png" Id="R5f397e0d894a406d" /><Relationship Type="http://schemas.openxmlformats.org/officeDocument/2006/relationships/notesSlide" Target="/ppt/notesSlides/notesSlide6.xml" Id="R4706000ccf8547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37c02f30cc4df7" /><Relationship Type="http://schemas.openxmlformats.org/officeDocument/2006/relationships/image" Target="/ppt/media/image14.png" Id="Rbc05ca4574de4eae" /><Relationship Type="http://schemas.openxmlformats.org/officeDocument/2006/relationships/image" Target="/ppt/media/image15.png" Id="Ra65a672431584d06" /><Relationship Type="http://schemas.openxmlformats.org/officeDocument/2006/relationships/notesSlide" Target="/ppt/notesSlides/notesSlide7.xml" Id="R8864c8710d954e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3f48b28f04afe" /><Relationship Type="http://schemas.openxmlformats.org/officeDocument/2006/relationships/image" Target="/ppt/media/image16.png" Id="R34a78d46922c4cb2" /><Relationship Type="http://schemas.openxmlformats.org/officeDocument/2006/relationships/image" Target="/ppt/media/image17.png" Id="R54364776467e4203" /><Relationship Type="http://schemas.openxmlformats.org/officeDocument/2006/relationships/notesSlide" Target="/ppt/notesSlides/notesSlide8.xml" Id="R15f971c07f324d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24fe2f7f24b50" /><Relationship Type="http://schemas.openxmlformats.org/officeDocument/2006/relationships/image" Target="/ppt/media/image18.png" Id="R7e5d9cf727f148e2" /><Relationship Type="http://schemas.openxmlformats.org/officeDocument/2006/relationships/image" Target="/ppt/media/image19.png" Id="Rd65be34c7fc446e1" /><Relationship Type="http://schemas.openxmlformats.org/officeDocument/2006/relationships/notesSlide" Target="/ppt/notesSlides/notesSlide9.xml" Id="R6dd9c895e05c4f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d4b4b41174813"/>
          <a:srcRect xmlns:a="http://schemas.openxmlformats.org/drawingml/2006/main" l="18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0287000" cy="12858750"/>
          </a:xfrm>
          <a:prstGeom xmlns:a="http://schemas.openxmlformats.org/drawingml/2006/main" prst="rect">
            <a:avLst/>
          </a:prstGeom>
        </p:spPr>
      </p:pic>
      <p:sp>
        <p:nvSpPr>
          <p:cNvPr id="2" name="fluideq.com">
            <a:extLst xmlns:a="http://schemas.openxmlformats.org/drawingml/2006/main">
              <a:ext uri="{FF2B5EF4-FFF2-40B4-BE49-F238E27FC236}">
                <a16:creationId xmlns:a16="http://schemas.microsoft.com/office/drawing/2014/main" id="{AFCCCD2C-47AD-4E93-970D-08E2A72A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3" name="01 / 09">
            <a:extLst xmlns:a="http://schemas.openxmlformats.org/drawingml/2006/main">
              <a:ext uri="{FF2B5EF4-FFF2-40B4-BE49-F238E27FC236}">
                <a16:creationId xmlns:a16="http://schemas.microsoft.com/office/drawing/2014/main" id="{470954FF-0D24-4652-BE5F-37455C68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01 / 09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9d756dda949f9"/>
          <a:stretch xmlns:a="http://schemas.openxmlformats.org/drawingml/2006/main"/>
        </p:blipFill>
        <p:spPr>
          <a:xfrm xmlns:a="http://schemas.openxmlformats.org/drawingml/2006/main">
            <a:off x="609600" y="609600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5" name="FluidEQ">
            <a:extLst xmlns:a="http://schemas.openxmlformats.org/drawingml/2006/main">
              <a:ext uri="{FF2B5EF4-FFF2-40B4-BE49-F238E27FC236}">
                <a16:creationId xmlns:a16="http://schemas.microsoft.com/office/drawing/2014/main" id="{E8A27C0E-6285-4D56-B358-36E7786E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8191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825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6" name="Your sound, finally worth watching">
            <a:extLst xmlns:a="http://schemas.openxmlformats.org/drawingml/2006/main">
              <a:ext uri="{FF2B5EF4-FFF2-40B4-BE49-F238E27FC236}">
                <a16:creationId xmlns:a16="http://schemas.microsoft.com/office/drawing/2014/main" id="{CB2707A9-E2ED-4F6F-ADE4-F7BA1731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83820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02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Your sound, finally</a:t>
            </a:r>
          </a:p>
          <a:p xmlns:a="http://schemas.openxmlformats.org/drawingml/2006/main">
            <a:pPr>
              <a:defRPr sz="502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02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worth watching</a:t>
            </a:r>
          </a:p>
        </p:txBody>
      </p:sp>
      <p:sp>
        <p:nvSpPr>
          <p:cNvPr id="7" name="Equalizer, music player and karaoke for Windows.">
            <a:extLst xmlns:a="http://schemas.openxmlformats.org/drawingml/2006/main">
              <a:ext uri="{FF2B5EF4-FFF2-40B4-BE49-F238E27FC236}">
                <a16:creationId xmlns:a16="http://schemas.microsoft.com/office/drawing/2014/main" id="{9381E4AA-3650-4D61-A47C-FDEDB931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895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Equalizer, music player and karaoke for Windows.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3e2514e6644715"/>
          <a:stretch xmlns:a="http://schemas.openxmlformats.org/drawingml/2006/main"/>
        </p:blipFill>
        <p:spPr>
          <a:xfrm xmlns:a="http://schemas.openxmlformats.org/drawingml/2006/main">
            <a:off x="457200" y="573405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9" name="Free and open source">
            <a:extLst xmlns:a="http://schemas.openxmlformats.org/drawingml/2006/main">
              <a:ext uri="{FF2B5EF4-FFF2-40B4-BE49-F238E27FC236}">
                <a16:creationId xmlns:a16="http://schemas.microsoft.com/office/drawing/2014/main" id="{2DA62428-01D5-4212-95E6-2807EED0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8235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3000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Free and open source</a:t>
            </a:r>
          </a:p>
        </p:txBody>
      </p:sp>
    </p:spTree>
    <p:extLst>
      <p:ext uri="{BB962C8B-B14F-4D97-AF65-F5344CB8AC3E}">
        <p14:creationId xmlns:p14="http://schemas.microsoft.com/office/powerpoint/2010/main" val="11587257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743aaf6614fed"/>
          <a:stretch xmlns:a="http://schemas.openxmlformats.org/drawingml/2006/main"/>
        </p:blipFill>
        <p:spPr>
          <a:xfrm xmlns:a="http://schemas.openxmlformats.org/drawingml/2006/main">
            <a:off x="609600" y="53340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2" name="FluidEQ">
            <a:extLst xmlns:a="http://schemas.openxmlformats.org/drawingml/2006/main">
              <a:ext uri="{FF2B5EF4-FFF2-40B4-BE49-F238E27FC236}">
                <a16:creationId xmlns:a16="http://schemas.microsoft.com/office/drawing/2014/main" id="{94EC1495-B5C5-46CE-9863-89F67AD9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429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3" name="fluideq.com">
            <a:extLst xmlns:a="http://schemas.openxmlformats.org/drawingml/2006/main">
              <a:ext uri="{FF2B5EF4-FFF2-40B4-BE49-F238E27FC236}">
                <a16:creationId xmlns:a16="http://schemas.microsoft.com/office/drawing/2014/main" id="{7D9EB24F-F8ED-40D8-BE34-E7BD828A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4" name="02 / 09">
            <a:extLst xmlns:a="http://schemas.openxmlformats.org/drawingml/2006/main">
              <a:ext uri="{FF2B5EF4-FFF2-40B4-BE49-F238E27FC236}">
                <a16:creationId xmlns:a16="http://schemas.microsoft.com/office/drawing/2014/main" id="{F4897FAC-872A-4389-9F15-8E5AE71E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02 / 09</a:t>
            </a:r>
          </a:p>
        </p:txBody>
      </p:sp>
      <p:sp>
        <p:nvSpPr>
          <p:cNvPr id="5" name="Tuning that fits your headphones">
            <a:extLst xmlns:a="http://schemas.openxmlformats.org/drawingml/2006/main">
              <a:ext uri="{FF2B5EF4-FFF2-40B4-BE49-F238E27FC236}">
                <a16:creationId xmlns:a16="http://schemas.microsoft.com/office/drawing/2014/main" id="{A4C54ADD-EE78-4A32-A624-A990B49B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1059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Tuning that fits</a:t>
            </a:r>
          </a:p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your headphones</a:t>
            </a:r>
          </a:p>
        </p:txBody>
      </p:sp>
      <p:sp>
        <p:nvSpPr>
          <p:cNvPr id="6" name="Start with a measured correction. Then make the so">
            <a:extLst xmlns:a="http://schemas.openxmlformats.org/drawingml/2006/main">
              <a:ext uri="{FF2B5EF4-FFF2-40B4-BE49-F238E27FC236}">
                <a16:creationId xmlns:a16="http://schemas.microsoft.com/office/drawing/2014/main" id="{74A61F4C-FE68-43DB-98AB-0F198EF1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904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Start with a measured correction.</a:t>
            </a:r>
          </a:p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Then make the sound your own.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01a6105134e3b"/>
          <a:stretch xmlns:a="http://schemas.openxmlformats.org/drawingml/2006/main"/>
        </p:blipFill>
        <p:spPr>
          <a:xfrm xmlns:a="http://schemas.openxmlformats.org/drawingml/2006/main">
            <a:off x="457200" y="506730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8" name="6,229">
            <a:extLst xmlns:a="http://schemas.openxmlformats.org/drawingml/2006/main">
              <a:ext uri="{FF2B5EF4-FFF2-40B4-BE49-F238E27FC236}">
                <a16:creationId xmlns:a16="http://schemas.microsoft.com/office/drawing/2014/main" id="{82F85030-F3EA-452B-9BC7-56C91840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63200"/>
            <a:ext cx="34766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050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7050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6,229</a:t>
            </a:r>
          </a:p>
        </p:txBody>
      </p:sp>
      <p:sp>
        <p:nvSpPr>
          <p:cNvPr id="9" name="headphone models in the offline OPRA library">
            <a:extLst xmlns:a="http://schemas.openxmlformats.org/drawingml/2006/main">
              <a:ext uri="{FF2B5EF4-FFF2-40B4-BE49-F238E27FC236}">
                <a16:creationId xmlns:a16="http://schemas.microsoft.com/office/drawing/2014/main" id="{E629AB14-EC98-457D-A15D-48184744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10610850"/>
            <a:ext cx="571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4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headphone models</a:t>
            </a:r>
          </a:p>
          <a:p xmlns:a="http://schemas.openxmlformats.org/drawingml/2006/main">
            <a:pPr>
              <a:defRPr sz="24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4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in the offline OPRA library</a:t>
            </a:r>
          </a:p>
        </p:txBody>
      </p:sp>
    </p:spTree>
    <p:extLst>
      <p:ext uri="{BB962C8B-B14F-4D97-AF65-F5344CB8AC3E}">
        <p14:creationId xmlns:p14="http://schemas.microsoft.com/office/powerpoint/2010/main" val="6976781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6a466a87c4ee2"/>
          <a:stretch xmlns:a="http://schemas.openxmlformats.org/drawingml/2006/main"/>
        </p:blipFill>
        <p:spPr>
          <a:xfrm xmlns:a="http://schemas.openxmlformats.org/drawingml/2006/main">
            <a:off x="609600" y="53340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2" name="FluidEQ">
            <a:extLst xmlns:a="http://schemas.openxmlformats.org/drawingml/2006/main">
              <a:ext uri="{FF2B5EF4-FFF2-40B4-BE49-F238E27FC236}">
                <a16:creationId xmlns:a16="http://schemas.microsoft.com/office/drawing/2014/main" id="{CCA54725-A694-4AC2-83AC-E47678E3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429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3" name="fluideq.com">
            <a:extLst xmlns:a="http://schemas.openxmlformats.org/drawingml/2006/main">
              <a:ext uri="{FF2B5EF4-FFF2-40B4-BE49-F238E27FC236}">
                <a16:creationId xmlns:a16="http://schemas.microsoft.com/office/drawing/2014/main" id="{5DFD9C6F-66E1-4EAA-AD00-60754CFE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4" name="03 / 09">
            <a:extLst xmlns:a="http://schemas.openxmlformats.org/drawingml/2006/main">
              <a:ext uri="{FF2B5EF4-FFF2-40B4-BE49-F238E27FC236}">
                <a16:creationId xmlns:a16="http://schemas.microsoft.com/office/drawing/2014/main" id="{0C1469B8-610A-44B0-9E64-3DD04FA9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03 / 09</a:t>
            </a:r>
          </a:p>
        </p:txBody>
      </p:sp>
      <p:sp>
        <p:nvSpPr>
          <p:cNvPr id="5" name="Each device keeps its own sound">
            <a:extLst xmlns:a="http://schemas.openxmlformats.org/drawingml/2006/main">
              <a:ext uri="{FF2B5EF4-FFF2-40B4-BE49-F238E27FC236}">
                <a16:creationId xmlns:a16="http://schemas.microsoft.com/office/drawing/2014/main" id="{AE265734-7771-44B5-BC99-EB8BE777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1059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Each device keeps</a:t>
            </a:r>
          </a:p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its own sound</a:t>
            </a:r>
          </a:p>
        </p:txBody>
      </p:sp>
      <p:sp>
        <p:nvSpPr>
          <p:cNvPr id="6" name="Switch from headphones to speakers. Your saved tun">
            <a:extLst xmlns:a="http://schemas.openxmlformats.org/drawingml/2006/main">
              <a:ext uri="{FF2B5EF4-FFF2-40B4-BE49-F238E27FC236}">
                <a16:creationId xmlns:a16="http://schemas.microsoft.com/office/drawing/2014/main" id="{924D4295-3B16-4686-9CB0-8C0BBB6D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904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Switch from headphones to speakers.</a:t>
            </a:r>
          </a:p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Your saved tuning follows the output.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801a82c2e84b79"/>
          <a:stretch xmlns:a="http://schemas.openxmlformats.org/drawingml/2006/main"/>
        </p:blipFill>
        <p:spPr>
          <a:xfrm xmlns:a="http://schemas.openxmlformats.org/drawingml/2006/main">
            <a:off x="457200" y="506730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8" name="Up to 128 EQ bands per output">
            <a:extLst xmlns:a="http://schemas.openxmlformats.org/drawingml/2006/main">
              <a:ext uri="{FF2B5EF4-FFF2-40B4-BE49-F238E27FC236}">
                <a16:creationId xmlns:a16="http://schemas.microsoft.com/office/drawing/2014/main" id="{575B365D-2B3B-4D89-89AB-41AF4F56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87025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Up to 128 EQ bands per output</a:t>
            </a:r>
          </a:p>
        </p:txBody>
      </p:sp>
      <p:sp>
        <p:nvSpPr>
          <p:cNvPr id="9" name="System EQ on Windows, powered by Equalizer APO.">
            <a:extLst xmlns:a="http://schemas.openxmlformats.org/drawingml/2006/main">
              <a:ext uri="{FF2B5EF4-FFF2-40B4-BE49-F238E27FC236}">
                <a16:creationId xmlns:a16="http://schemas.microsoft.com/office/drawing/2014/main" id="{6D31BDE2-AAAE-438B-8463-1E85A10D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68075"/>
            <a:ext cx="904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32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System EQ on Windows, powered by Equalizer APO.</a:t>
            </a:r>
          </a:p>
        </p:txBody>
      </p:sp>
    </p:spTree>
    <p:extLst>
      <p:ext uri="{BB962C8B-B14F-4D97-AF65-F5344CB8AC3E}">
        <p14:creationId xmlns:p14="http://schemas.microsoft.com/office/powerpoint/2010/main" val="20709061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a0d4f4ec2a4343"/>
          <a:stretch xmlns:a="http://schemas.openxmlformats.org/drawingml/2006/main"/>
        </p:blipFill>
        <p:spPr>
          <a:xfrm xmlns:a="http://schemas.openxmlformats.org/drawingml/2006/main">
            <a:off x="609600" y="53340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2" name="FluidEQ">
            <a:extLst xmlns:a="http://schemas.openxmlformats.org/drawingml/2006/main">
              <a:ext uri="{FF2B5EF4-FFF2-40B4-BE49-F238E27FC236}">
                <a16:creationId xmlns:a16="http://schemas.microsoft.com/office/drawing/2014/main" id="{90E7B859-1C76-417C-904E-866091D3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429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3" name="fluideq.com">
            <a:extLst xmlns:a="http://schemas.openxmlformats.org/drawingml/2006/main">
              <a:ext uri="{FF2B5EF4-FFF2-40B4-BE49-F238E27FC236}">
                <a16:creationId xmlns:a16="http://schemas.microsoft.com/office/drawing/2014/main" id="{D4516000-B5CE-4CEA-B103-B6F591E3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4" name="04 / 09">
            <a:extLst xmlns:a="http://schemas.openxmlformats.org/drawingml/2006/main">
              <a:ext uri="{FF2B5EF4-FFF2-40B4-BE49-F238E27FC236}">
                <a16:creationId xmlns:a16="http://schemas.microsoft.com/office/drawing/2014/main" id="{5392488F-2327-4EB5-9D27-1B6A6BF6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04 / 09</a:t>
            </a:r>
          </a:p>
        </p:txBody>
      </p:sp>
      <p:sp>
        <p:nvSpPr>
          <p:cNvPr id="5" name="More control over your local music">
            <a:extLst xmlns:a="http://schemas.openxmlformats.org/drawingml/2006/main">
              <a:ext uri="{FF2B5EF4-FFF2-40B4-BE49-F238E27FC236}">
                <a16:creationId xmlns:a16="http://schemas.microsoft.com/office/drawing/2014/main" id="{4D14967E-FD10-4EB7-807E-89A73DF7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1059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More control over</a:t>
            </a:r>
          </a:p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your local music</a:t>
            </a:r>
          </a:p>
        </p:txBody>
      </p:sp>
      <p:sp>
        <p:nvSpPr>
          <p:cNvPr id="6" name="Clean up noise, shape bass and control loudness. S">
            <a:extLst xmlns:a="http://schemas.openxmlformats.org/drawingml/2006/main">
              <a:ext uri="{FF2B5EF4-FFF2-40B4-BE49-F238E27FC236}">
                <a16:creationId xmlns:a16="http://schemas.microsoft.com/office/drawing/2014/main" id="{0DDB57F1-CEA3-4E4D-9DBF-4B5B858F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Clean up noise, shape bass and control loudness.</a:t>
            </a:r>
          </a:p>
          <a:p xmlns:a="http://schemas.openxmlformats.org/drawingml/2006/main">
            <a:pPr>
              <a:defRPr sz="25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Save the processing chain you like.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bdbcf729d4452"/>
          <a:stretch xmlns:a="http://schemas.openxmlformats.org/drawingml/2006/main"/>
        </p:blipFill>
        <p:spPr>
          <a:xfrm xmlns:a="http://schemas.openxmlformats.org/drawingml/2006/main">
            <a:off x="457200" y="506730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8" name="9 processing stages">
            <a:extLst xmlns:a="http://schemas.openxmlformats.org/drawingml/2006/main">
              <a:ext uri="{FF2B5EF4-FFF2-40B4-BE49-F238E27FC236}">
                <a16:creationId xmlns:a16="http://schemas.microsoft.com/office/drawing/2014/main" id="{29F0C117-AE9A-4817-87C7-75667D8C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0"/>
            <a:ext cx="904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4200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9 processing stages</a:t>
            </a:r>
          </a:p>
        </p:txBody>
      </p:sp>
      <p:sp>
        <p:nvSpPr>
          <p:cNvPr id="9" name="DSP applies to FluidEQ's local player, not other a">
            <a:extLst xmlns:a="http://schemas.openxmlformats.org/drawingml/2006/main">
              <a:ext uri="{FF2B5EF4-FFF2-40B4-BE49-F238E27FC236}">
                <a16:creationId xmlns:a16="http://schemas.microsoft.com/office/drawing/2014/main" id="{0D024CEE-F7C4-4593-AC31-D8E76D51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344275"/>
            <a:ext cx="923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DSP applies to FluidEQ's local player, not other apps.</a:t>
            </a:r>
          </a:p>
        </p:txBody>
      </p:sp>
    </p:spTree>
    <p:extLst>
      <p:ext uri="{BB962C8B-B14F-4D97-AF65-F5344CB8AC3E}">
        <p14:creationId xmlns:p14="http://schemas.microsoft.com/office/powerpoint/2010/main" val="20299633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50cf2cc444417"/>
          <a:stretch xmlns:a="http://schemas.openxmlformats.org/drawingml/2006/main"/>
        </p:blipFill>
        <p:spPr>
          <a:xfrm xmlns:a="http://schemas.openxmlformats.org/drawingml/2006/main">
            <a:off x="609600" y="53340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2" name="FluidEQ">
            <a:extLst xmlns:a="http://schemas.openxmlformats.org/drawingml/2006/main">
              <a:ext uri="{FF2B5EF4-FFF2-40B4-BE49-F238E27FC236}">
                <a16:creationId xmlns:a16="http://schemas.microsoft.com/office/drawing/2014/main" id="{0D4A4B33-70F6-4E0B-884A-CF8B1EDC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429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3" name="fluideq.com">
            <a:extLst xmlns:a="http://schemas.openxmlformats.org/drawingml/2006/main">
              <a:ext uri="{FF2B5EF4-FFF2-40B4-BE49-F238E27FC236}">
                <a16:creationId xmlns:a16="http://schemas.microsoft.com/office/drawing/2014/main" id="{D3D53B35-657E-49B1-AD1D-ACDCD614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4" name="05 / 09">
            <a:extLst xmlns:a="http://schemas.openxmlformats.org/drawingml/2006/main">
              <a:ext uri="{FF2B5EF4-FFF2-40B4-BE49-F238E27FC236}">
                <a16:creationId xmlns:a16="http://schemas.microsoft.com/office/drawing/2014/main" id="{E0B51327-CDF7-490D-A7BB-C69B992E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05 / 09</a:t>
            </a:r>
          </a:p>
        </p:txBody>
      </p:sp>
      <p:sp>
        <p:nvSpPr>
          <p:cNvPr id="5" name="Your collection, back in the spotlight">
            <a:extLst xmlns:a="http://schemas.openxmlformats.org/drawingml/2006/main">
              <a:ext uri="{FF2B5EF4-FFF2-40B4-BE49-F238E27FC236}">
                <a16:creationId xmlns:a16="http://schemas.microsoft.com/office/drawing/2014/main" id="{03303B21-3647-4946-8401-F538F0A4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334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4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Your collection,</a:t>
            </a:r>
          </a:p>
          <a:p xmlns:a="http://schemas.openxmlformats.org/drawingml/2006/main">
            <a:pPr>
              <a:defRPr sz="54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4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back in the spotlight</a:t>
            </a:r>
          </a:p>
        </p:txBody>
      </p:sp>
      <p:sp>
        <p:nvSpPr>
          <p:cNvPr id="6" name="Browse your albums in Cover Flow. Build a queue fr">
            <a:extLst xmlns:a="http://schemas.openxmlformats.org/drawingml/2006/main">
              <a:ext uri="{FF2B5EF4-FFF2-40B4-BE49-F238E27FC236}">
                <a16:creationId xmlns:a16="http://schemas.microsoft.com/office/drawing/2014/main" id="{05B7BCE7-527F-4A66-9EA9-95A438E3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914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Browse your albums in Cover Flow.</a:t>
            </a:r>
          </a:p>
          <a:p xmlns:a="http://schemas.openxmlformats.org/drawingml/2006/main">
            <a:pPr>
              <a:defRPr sz="25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Build a queue from the music you already own.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44a2db36b4a25"/>
          <a:stretch xmlns:a="http://schemas.openxmlformats.org/drawingml/2006/main"/>
        </p:blipFill>
        <p:spPr>
          <a:xfrm xmlns:a="http://schemas.openxmlformats.org/drawingml/2006/main">
            <a:off x="457200" y="506730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8" name="A home for your local music">
            <a:extLst xmlns:a="http://schemas.openxmlformats.org/drawingml/2006/main">
              <a:ext uri="{FF2B5EF4-FFF2-40B4-BE49-F238E27FC236}">
                <a16:creationId xmlns:a16="http://schemas.microsoft.com/office/drawing/2014/main" id="{830758A3-74BA-49B1-8FBB-7A02AC6B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87025"/>
            <a:ext cx="904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3675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A home for your local music</a:t>
            </a:r>
          </a:p>
        </p:txBody>
      </p:sp>
      <p:sp>
        <p:nvSpPr>
          <p:cNvPr id="9" name="FLAC, MP3, WAV, M4A and more.">
            <a:extLst xmlns:a="http://schemas.openxmlformats.org/drawingml/2006/main">
              <a:ext uri="{FF2B5EF4-FFF2-40B4-BE49-F238E27FC236}">
                <a16:creationId xmlns:a16="http://schemas.microsoft.com/office/drawing/2014/main" id="{6AE9258A-157A-4D41-8B37-307DBA5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3442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FLAC, MP3, WAV, M4A and more.</a:t>
            </a:r>
          </a:p>
        </p:txBody>
      </p:sp>
    </p:spTree>
    <p:extLst>
      <p:ext uri="{BB962C8B-B14F-4D97-AF65-F5344CB8AC3E}">
        <p14:creationId xmlns:p14="http://schemas.microsoft.com/office/powerpoint/2010/main" val="3609828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8a26145fc94a64"/>
          <a:stretch xmlns:a="http://schemas.openxmlformats.org/drawingml/2006/main"/>
        </p:blipFill>
        <p:spPr>
          <a:xfrm xmlns:a="http://schemas.openxmlformats.org/drawingml/2006/main">
            <a:off x="609600" y="53340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2" name="FluidEQ">
            <a:extLst xmlns:a="http://schemas.openxmlformats.org/drawingml/2006/main">
              <a:ext uri="{FF2B5EF4-FFF2-40B4-BE49-F238E27FC236}">
                <a16:creationId xmlns:a16="http://schemas.microsoft.com/office/drawing/2014/main" id="{2C10F7ED-F059-47F1-9307-EE5D6EA2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429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3" name="fluideq.com">
            <a:extLst xmlns:a="http://schemas.openxmlformats.org/drawingml/2006/main">
              <a:ext uri="{FF2B5EF4-FFF2-40B4-BE49-F238E27FC236}">
                <a16:creationId xmlns:a16="http://schemas.microsoft.com/office/drawing/2014/main" id="{DE739791-F50B-40C2-AA3A-BB666AB4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4" name="06 / 09">
            <a:extLst xmlns:a="http://schemas.openxmlformats.org/drawingml/2006/main">
              <a:ext uri="{FF2B5EF4-FFF2-40B4-BE49-F238E27FC236}">
                <a16:creationId xmlns:a16="http://schemas.microsoft.com/office/drawing/2014/main" id="{CA7F772C-FE4D-4E45-9B14-127DBE76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06 / 09</a:t>
            </a:r>
          </a:p>
        </p:txBody>
      </p:sp>
      <p:sp>
        <p:nvSpPr>
          <p:cNvPr id="5" name="A visualizer with your signature">
            <a:extLst xmlns:a="http://schemas.openxmlformats.org/drawingml/2006/main">
              <a:ext uri="{FF2B5EF4-FFF2-40B4-BE49-F238E27FC236}">
                <a16:creationId xmlns:a16="http://schemas.microsoft.com/office/drawing/2014/main" id="{AEF0F77A-B4A3-4B17-B316-A7DA3705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334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A visualizer</a:t>
            </a:r>
          </a:p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with your signature</a:t>
            </a:r>
          </a:p>
        </p:txBody>
      </p:sp>
      <p:sp>
        <p:nvSpPr>
          <p:cNvPr id="6" name="Choose a form. Adjust its color and glow. Watch yo">
            <a:extLst xmlns:a="http://schemas.openxmlformats.org/drawingml/2006/main">
              <a:ext uri="{FF2B5EF4-FFF2-40B4-BE49-F238E27FC236}">
                <a16:creationId xmlns:a16="http://schemas.microsoft.com/office/drawing/2014/main" id="{EFF9333C-8D7E-441B-BD25-51996B63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904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Choose a form. Adjust its color and glow.</a:t>
            </a:r>
          </a:p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Watch your music fill the screen.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97e0d894a406d"/>
          <a:stretch xmlns:a="http://schemas.openxmlformats.org/drawingml/2006/main"/>
        </p:blipFill>
        <p:spPr>
          <a:xfrm xmlns:a="http://schemas.openxmlformats.org/drawingml/2006/main">
            <a:off x="457200" y="506730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8" name="Made to be personalized">
            <a:extLst xmlns:a="http://schemas.openxmlformats.org/drawingml/2006/main">
              <a:ext uri="{FF2B5EF4-FFF2-40B4-BE49-F238E27FC236}">
                <a16:creationId xmlns:a16="http://schemas.microsoft.com/office/drawing/2014/main" id="{1896182E-C6D2-467B-BC63-D75F26BA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87025"/>
            <a:ext cx="9144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3975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Made to be personalized</a:t>
            </a:r>
          </a:p>
        </p:txBody>
      </p:sp>
      <p:sp>
        <p:nvSpPr>
          <p:cNvPr id="9" name="Live controls for palette, density and motion.">
            <a:extLst xmlns:a="http://schemas.openxmlformats.org/drawingml/2006/main">
              <a:ext uri="{FF2B5EF4-FFF2-40B4-BE49-F238E27FC236}">
                <a16:creationId xmlns:a16="http://schemas.microsoft.com/office/drawing/2014/main" id="{06E8FA27-F668-42A8-BF04-D6427224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3442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4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Live controls for palette, density and motion.</a:t>
            </a:r>
          </a:p>
        </p:txBody>
      </p:sp>
    </p:spTree>
    <p:extLst>
      <p:ext uri="{BB962C8B-B14F-4D97-AF65-F5344CB8AC3E}">
        <p14:creationId xmlns:p14="http://schemas.microsoft.com/office/powerpoint/2010/main" val="12547507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5ca4574de4eae"/>
          <a:stretch xmlns:a="http://schemas.openxmlformats.org/drawingml/2006/main"/>
        </p:blipFill>
        <p:spPr>
          <a:xfrm xmlns:a="http://schemas.openxmlformats.org/drawingml/2006/main">
            <a:off x="609600" y="53340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2" name="FluidEQ">
            <a:extLst xmlns:a="http://schemas.openxmlformats.org/drawingml/2006/main">
              <a:ext uri="{FF2B5EF4-FFF2-40B4-BE49-F238E27FC236}">
                <a16:creationId xmlns:a16="http://schemas.microsoft.com/office/drawing/2014/main" id="{9D7AF5B1-82E8-4EF0-8328-C004A14E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429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3" name="fluideq.com">
            <a:extLst xmlns:a="http://schemas.openxmlformats.org/drawingml/2006/main">
              <a:ext uri="{FF2B5EF4-FFF2-40B4-BE49-F238E27FC236}">
                <a16:creationId xmlns:a16="http://schemas.microsoft.com/office/drawing/2014/main" id="{3DF1B7F7-EC82-4FAA-8518-845B50A8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4" name="07 / 09">
            <a:extLst xmlns:a="http://schemas.openxmlformats.org/drawingml/2006/main">
              <a:ext uri="{FF2B5EF4-FFF2-40B4-BE49-F238E27FC236}">
                <a16:creationId xmlns:a16="http://schemas.microsoft.com/office/drawing/2014/main" id="{6ADE6728-62CB-4A93-986B-32B3CA428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07 / 09</a:t>
            </a:r>
          </a:p>
        </p:txBody>
      </p:sp>
      <p:sp>
        <p:nvSpPr>
          <p:cNvPr id="5" name="Your next karaoke night starts here">
            <a:extLst xmlns:a="http://schemas.openxmlformats.org/drawingml/2006/main">
              <a:ext uri="{FF2B5EF4-FFF2-40B4-BE49-F238E27FC236}">
                <a16:creationId xmlns:a16="http://schemas.microsoft.com/office/drawing/2014/main" id="{A949C426-AC6B-4391-A927-DA223A33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334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Your next karaoke</a:t>
            </a:r>
          </a:p>
          <a:p xmlns:a="http://schemas.openxmlformats.org/drawingml/2006/main">
            <a:pPr>
              <a:defRPr sz="57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night starts here</a:t>
            </a:r>
          </a:p>
        </p:txBody>
      </p:sp>
      <p:sp>
        <p:nvSpPr>
          <p:cNvPr id="6" name="Bring your songs and timed lyrics. Sing along on a">
            <a:extLst xmlns:a="http://schemas.openxmlformats.org/drawingml/2006/main">
              <a:ext uri="{FF2B5EF4-FFF2-40B4-BE49-F238E27FC236}">
                <a16:creationId xmlns:a16="http://schemas.microsoft.com/office/drawing/2014/main" id="{22322200-3125-4D7D-8544-6E5C485C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904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Bring your songs and timed lyrics.</a:t>
            </a:r>
          </a:p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Sing along on a full-screen stage.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a672431584d06"/>
          <a:stretch xmlns:a="http://schemas.openxmlformats.org/drawingml/2006/main"/>
        </p:blipFill>
        <p:spPr>
          <a:xfrm xmlns:a="http://schemas.openxmlformats.org/drawingml/2006/main">
            <a:off x="457200" y="506730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8" name="Live pitch feedback">
            <a:extLst xmlns:a="http://schemas.openxmlformats.org/drawingml/2006/main">
              <a:ext uri="{FF2B5EF4-FFF2-40B4-BE49-F238E27FC236}">
                <a16:creationId xmlns:a16="http://schemas.microsoft.com/office/drawing/2014/main" id="{1A0F8AE7-2DAC-4BE5-896F-4B3C9D84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87025"/>
            <a:ext cx="904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4275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Live pitch feedback</a:t>
            </a:r>
          </a:p>
        </p:txBody>
      </p:sp>
      <p:sp>
        <p:nvSpPr>
          <p:cNvPr id="9" name="Connect a microphone. Target notes need a compatib">
            <a:extLst xmlns:a="http://schemas.openxmlformats.org/drawingml/2006/main">
              <a:ext uri="{FF2B5EF4-FFF2-40B4-BE49-F238E27FC236}">
                <a16:creationId xmlns:a16="http://schemas.microsoft.com/office/drawing/2014/main" id="{8B89A08A-B843-4544-B66E-89BDBF10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01400"/>
            <a:ext cx="904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1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Connect a microphone. Target notes need</a:t>
            </a:r>
          </a:p>
          <a:p xmlns:a="http://schemas.openxmlformats.org/drawingml/2006/main">
            <a:pPr>
              <a:defRPr sz="21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1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a compatible lyric file. Music is not included.</a:t>
            </a:r>
          </a:p>
        </p:txBody>
      </p:sp>
    </p:spTree>
    <p:extLst>
      <p:ext uri="{BB962C8B-B14F-4D97-AF65-F5344CB8AC3E}">
        <p14:creationId xmlns:p14="http://schemas.microsoft.com/office/powerpoint/2010/main" val="20003630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a78d46922c4cb2"/>
          <a:stretch xmlns:a="http://schemas.openxmlformats.org/drawingml/2006/main"/>
        </p:blipFill>
        <p:spPr>
          <a:xfrm xmlns:a="http://schemas.openxmlformats.org/drawingml/2006/main">
            <a:off x="609600" y="53340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2" name="FluidEQ">
            <a:extLst xmlns:a="http://schemas.openxmlformats.org/drawingml/2006/main">
              <a:ext uri="{FF2B5EF4-FFF2-40B4-BE49-F238E27FC236}">
                <a16:creationId xmlns:a16="http://schemas.microsoft.com/office/drawing/2014/main" id="{78F781FB-A4B7-4F2B-B2DA-9B246EB5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42925"/>
            <a:ext cx="381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3" name="fluideq.com">
            <a:extLst xmlns:a="http://schemas.openxmlformats.org/drawingml/2006/main">
              <a:ext uri="{FF2B5EF4-FFF2-40B4-BE49-F238E27FC236}">
                <a16:creationId xmlns:a16="http://schemas.microsoft.com/office/drawing/2014/main" id="{094BC65A-EF3C-41D0-811F-A38F3B3D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4" name="08 / 09">
            <a:extLst xmlns:a="http://schemas.openxmlformats.org/drawingml/2006/main">
              <a:ext uri="{FF2B5EF4-FFF2-40B4-BE49-F238E27FC236}">
                <a16:creationId xmlns:a16="http://schemas.microsoft.com/office/drawing/2014/main" id="{C2C1C306-FCF7-4257-90EC-F1D60354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08 / 09</a:t>
            </a:r>
          </a:p>
        </p:txBody>
      </p:sp>
      <p:sp>
        <p:nvSpPr>
          <p:cNvPr id="5" name="A karaoke version you can make yourself">
            <a:extLst xmlns:a="http://schemas.openxmlformats.org/drawingml/2006/main">
              <a:ext uri="{FF2B5EF4-FFF2-40B4-BE49-F238E27FC236}">
                <a16:creationId xmlns:a16="http://schemas.microsoft.com/office/drawing/2014/main" id="{CEB8491E-6B66-4AC7-BE68-5C11B052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93726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25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A karaoke version</a:t>
            </a:r>
          </a:p>
          <a:p xmlns:a="http://schemas.openxmlformats.org/drawingml/2006/main">
            <a:pPr>
              <a:defRPr sz="525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25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you can make yourself</a:t>
            </a:r>
          </a:p>
        </p:txBody>
      </p:sp>
      <p:sp>
        <p:nvSpPr>
          <p:cNvPr id="6" name="Separate voice and backing. Edit lyric timing and ">
            <a:extLst xmlns:a="http://schemas.openxmlformats.org/drawingml/2006/main">
              <a:ext uri="{FF2B5EF4-FFF2-40B4-BE49-F238E27FC236}">
                <a16:creationId xmlns:a16="http://schemas.microsoft.com/office/drawing/2014/main" id="{B7C681AA-64CC-4862-A425-1D035E1B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923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Separate voice and backing. Edit lyric timing</a:t>
            </a:r>
          </a:p>
          <a:p xmlns:a="http://schemas.openxmlformats.org/drawingml/2006/main">
            <a:pPr>
              <a:defRPr sz="25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and melody notes in Karaoke Maker.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64776467e4203"/>
          <a:stretch xmlns:a="http://schemas.openxmlformats.org/drawingml/2006/main"/>
        </p:blipFill>
        <p:spPr>
          <a:xfrm xmlns:a="http://schemas.openxmlformats.org/drawingml/2006/main">
            <a:off x="457200" y="5067300"/>
            <a:ext cx="9372600" cy="5096351"/>
          </a:xfrm>
          <a:prstGeom xmlns:a="http://schemas.openxmlformats.org/drawingml/2006/main" prst="rect">
            <a:avLst/>
          </a:prstGeom>
        </p:spPr>
      </p:pic>
      <p:sp>
        <p:nvSpPr>
          <p:cNvPr id="8" name="Your audio stays on your PC">
            <a:extLst xmlns:a="http://schemas.openxmlformats.org/drawingml/2006/main">
              <a:ext uri="{FF2B5EF4-FFF2-40B4-BE49-F238E27FC236}">
                <a16:creationId xmlns:a16="http://schemas.microsoft.com/office/drawing/2014/main" id="{3B4CF012-CED3-49AD-8772-2ED38F0F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87025"/>
            <a:ext cx="9105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3600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Your audio stays on your PC</a:t>
            </a:r>
          </a:p>
        </p:txBody>
      </p:sp>
      <p:sp>
        <p:nvSpPr>
          <p:cNvPr id="9" name="Optional AI tools download models once. Use music ">
            <a:extLst xmlns:a="http://schemas.openxmlformats.org/drawingml/2006/main">
              <a:ext uri="{FF2B5EF4-FFF2-40B4-BE49-F238E27FC236}">
                <a16:creationId xmlns:a16="http://schemas.microsoft.com/office/drawing/2014/main" id="{9CF7D9B2-9F21-45B7-8821-38BDB40D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20450"/>
            <a:ext cx="914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1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Optional AI tools download models once.</a:t>
            </a:r>
          </a:p>
          <a:p xmlns:a="http://schemas.openxmlformats.org/drawingml/2006/main">
            <a:pPr>
              <a:defRPr sz="21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1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Use music and lyrics you have permission to use.</a:t>
            </a:r>
          </a:p>
        </p:txBody>
      </p:sp>
    </p:spTree>
    <p:extLst>
      <p:ext uri="{BB962C8B-B14F-4D97-AF65-F5344CB8AC3E}">
        <p14:creationId xmlns:p14="http://schemas.microsoft.com/office/powerpoint/2010/main" val="11779381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F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5d9cf727f148e2"/>
          <a:srcRect xmlns:a="http://schemas.openxmlformats.org/drawingml/2006/main" l="18" t="0" r="1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0287000" cy="12858750"/>
          </a:xfrm>
          <a:prstGeom xmlns:a="http://schemas.openxmlformats.org/drawingml/2006/main" prst="rect">
            <a:avLst/>
          </a:prstGeom>
        </p:spPr>
      </p:pic>
      <p:sp>
        <p:nvSpPr>
          <p:cNvPr id="2" name="fluideq.com">
            <a:extLst xmlns:a="http://schemas.openxmlformats.org/drawingml/2006/main">
              <a:ext uri="{FF2B5EF4-FFF2-40B4-BE49-F238E27FC236}">
                <a16:creationId xmlns:a16="http://schemas.microsoft.com/office/drawing/2014/main" id="{62BE8B84-80D6-47B2-B870-0B985940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253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3" name="09 / 09">
            <a:extLst xmlns:a="http://schemas.openxmlformats.org/drawingml/2006/main">
              <a:ext uri="{FF2B5EF4-FFF2-40B4-BE49-F238E27FC236}">
                <a16:creationId xmlns:a16="http://schemas.microsoft.com/office/drawing/2014/main" id="{FC5D148F-0861-4D1C-8CA4-4C6067D1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125325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09 / 09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be34c7fc446e1"/>
          <a:stretch xmlns:a="http://schemas.openxmlformats.org/drawingml/2006/main"/>
        </p:blipFill>
        <p:spPr>
          <a:xfrm xmlns:a="http://schemas.openxmlformats.org/drawingml/2006/main">
            <a:off x="609600" y="742950"/>
            <a:ext cx="971550" cy="971550"/>
          </a:xfrm>
          <a:prstGeom xmlns:a="http://schemas.openxmlformats.org/drawingml/2006/main" prst="rect">
            <a:avLst/>
          </a:prstGeom>
        </p:spPr>
      </p:pic>
      <p:sp>
        <p:nvSpPr>
          <p:cNvPr id="5" name="FluidEQ">
            <a:extLst xmlns:a="http://schemas.openxmlformats.org/drawingml/2006/main">
              <a:ext uri="{FF2B5EF4-FFF2-40B4-BE49-F238E27FC236}">
                <a16:creationId xmlns:a16="http://schemas.microsoft.com/office/drawing/2014/main" id="{9A16C118-A22E-4FA6-92F9-E84328AF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8382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1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81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FluidEQ</a:t>
            </a:r>
          </a:p>
        </p:txBody>
      </p:sp>
      <p:sp>
        <p:nvSpPr>
          <p:cNvPr id="6" name="Your next listen could feel different">
            <a:extLst xmlns:a="http://schemas.openxmlformats.org/drawingml/2006/main">
              <a:ext uri="{FF2B5EF4-FFF2-40B4-BE49-F238E27FC236}">
                <a16:creationId xmlns:a16="http://schemas.microsoft.com/office/drawing/2014/main" id="{648279A2-0B75-4BE3-8286-0D9F8432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8934450" cy="1876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25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Your next listen</a:t>
            </a:r>
          </a:p>
          <a:p xmlns:a="http://schemas.openxmlformats.org/drawingml/2006/main">
            <a:pPr>
              <a:defRPr sz="525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525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could feel different</a:t>
            </a:r>
          </a:p>
        </p:txBody>
      </p:sp>
      <p:sp>
        <p:nvSpPr>
          <p:cNvPr id="7" name="Free for Windows 10 &amp; 11. Open source. No FluidEQ ">
            <a:extLst xmlns:a="http://schemas.openxmlformats.org/drawingml/2006/main">
              <a:ext uri="{FF2B5EF4-FFF2-40B4-BE49-F238E27FC236}">
                <a16:creationId xmlns:a16="http://schemas.microsoft.com/office/drawing/2014/main" id="{76945FE8-7388-4B68-A684-13014F01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876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Free for Windows 10 &amp; 11.</a:t>
            </a:r>
          </a:p>
          <a:p xmlns:a="http://schemas.openxmlformats.org/drawingml/2006/main">
            <a:pPr>
              <a:defRPr sz="2700" b="0">
                <a:solidFill>
                  <a:srgbClr val="BDD0DF"/>
                </a:solidFill>
                <a:latin typeface="Segoe UI"/>
                <a:ea typeface="Segoe UI"/>
                <a:cs typeface="Segoe UI"/>
              </a:defRPr>
            </a:pPr>
            <a:r>
              <a:rPr sz="2700" b="0">
                <a:solidFill>
                  <a:srgbClr val="BDD0DF"/>
                </a:solidFill>
                <a:latin typeface="Segoe UI"/>
                <a:ea typeface="Segoe UI"/>
                <a:cs typeface="Segoe UI"/>
              </a:rPr>
              <a:t>Open source. No FluidEQ account required.</a:t>
            </a:r>
          </a:p>
        </p:txBody>
      </p:sp>
      <p:sp>
        <p:nvSpPr>
          <p:cNvPr id="8" name="fluideq.com">
            <a:extLst xmlns:a="http://schemas.openxmlformats.org/drawingml/2006/main">
              <a:ext uri="{FF2B5EF4-FFF2-40B4-BE49-F238E27FC236}">
                <a16:creationId xmlns:a16="http://schemas.microsoft.com/office/drawing/2014/main" id="{77891353-B824-4608-ACA8-90B9C3AF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24825"/>
            <a:ext cx="876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6DE7DC"/>
                </a:solidFill>
                <a:latin typeface="Segoe UI"/>
                <a:ea typeface="Segoe UI"/>
                <a:cs typeface="Segoe UI"/>
              </a:defRPr>
            </a:pPr>
            <a:r>
              <a:rPr sz="6000" b="1">
                <a:solidFill>
                  <a:srgbClr val="6DE7DC"/>
                </a:solidFill>
                <a:latin typeface="Segoe UI"/>
                <a:ea typeface="Segoe UI"/>
                <a:cs typeface="Segoe UI"/>
              </a:rPr>
              <a:t>fluideq.com</a:t>
            </a:r>
          </a:p>
        </p:txBody>
      </p:sp>
      <p:sp>
        <p:nvSpPr>
          <p:cNvPr id="9" name="Built by Ivan Carmenates Garcia">
            <a:extLst xmlns:a="http://schemas.openxmlformats.org/drawingml/2006/main">
              <a:ext uri="{FF2B5EF4-FFF2-40B4-BE49-F238E27FC236}">
                <a16:creationId xmlns:a16="http://schemas.microsoft.com/office/drawing/2014/main" id="{078449B2-2A1E-4E25-BA53-CAC11E36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48825"/>
            <a:ext cx="8810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2325" b="0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Built by Ivan Carmenates Garcia</a:t>
            </a:r>
          </a:p>
        </p:txBody>
      </p:sp>
      <p:sp>
        <p:nvSpPr>
          <p:cNvPr id="10" name="What would you try first?">
            <a:extLst xmlns:a="http://schemas.openxmlformats.org/drawingml/2006/main">
              <a:ext uri="{FF2B5EF4-FFF2-40B4-BE49-F238E27FC236}">
                <a16:creationId xmlns:a16="http://schemas.microsoft.com/office/drawing/2014/main" id="{72808DBA-41AB-4BFF-976A-33D8710A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965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4F8FC"/>
                </a:solidFill>
                <a:latin typeface="Segoe UI"/>
                <a:ea typeface="Segoe UI"/>
                <a:cs typeface="Segoe UI"/>
              </a:defRPr>
            </a:pPr>
            <a:r>
              <a:rPr sz="3000" b="1">
                <a:solidFill>
                  <a:srgbClr val="F4F8FC"/>
                </a:solidFill>
                <a:latin typeface="Segoe UI"/>
                <a:ea typeface="Segoe UI"/>
                <a:cs typeface="Segoe UI"/>
              </a:rPr>
              <a:t>What would you try first?</a:t>
            </a:r>
          </a:p>
        </p:txBody>
      </p:sp>
    </p:spTree>
    <p:extLst>
      <p:ext uri="{BB962C8B-B14F-4D97-AF65-F5344CB8AC3E}">
        <p14:creationId xmlns:p14="http://schemas.microsoft.com/office/powerpoint/2010/main" val="1344737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2026-09-05T21:19:12.9980000Z</dcterms:created>
  <dcterms:modified xsi:type="dcterms:W3CDTF">2026-09-05T21:19:12.9980000Z</dcterms:modified>
</coreProperties>
</file>